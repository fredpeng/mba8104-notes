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61" r:id="rId3"/>
    <p:sldId id="256" r:id="rId4"/>
    <p:sldId id="258" r:id="rId5"/>
    <p:sldId id="259"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939" autoAdjust="0"/>
    <p:restoredTop sz="94660"/>
  </p:normalViewPr>
  <p:slideViewPr>
    <p:cSldViewPr snapToGrid="0">
      <p:cViewPr>
        <p:scale>
          <a:sx n="76" d="100"/>
          <a:sy n="76" d="100"/>
        </p:scale>
        <p:origin x="-148" y="-1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019D5E62-3CE0-4342-834D-0A9F35CF12AF}" type="datetimeFigureOut">
              <a:rPr lang="en-US" smtClean="0"/>
              <a:t>5/20/2026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A448C84-F271-485D-B02A-24812C46F4DD}" type="slidenum">
              <a:rPr lang="en-US" smtClean="0"/>
              <a:t>‹#›</a:t>
            </a:fld>
            <a:endParaRPr lang="en-US" dirty="0"/>
          </a:p>
        </p:txBody>
      </p:sp>
    </p:spTree>
    <p:extLst>
      <p:ext uri="{BB962C8B-B14F-4D97-AF65-F5344CB8AC3E}">
        <p14:creationId xmlns:p14="http://schemas.microsoft.com/office/powerpoint/2010/main" val="17175380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19D5E62-3CE0-4342-834D-0A9F35CF12AF}" type="datetimeFigureOut">
              <a:rPr lang="en-US" smtClean="0"/>
              <a:t>5/20/2026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A448C84-F271-485D-B02A-24812C46F4DD}" type="slidenum">
              <a:rPr lang="en-US" smtClean="0"/>
              <a:t>‹#›</a:t>
            </a:fld>
            <a:endParaRPr lang="en-US" dirty="0"/>
          </a:p>
        </p:txBody>
      </p:sp>
    </p:spTree>
    <p:extLst>
      <p:ext uri="{BB962C8B-B14F-4D97-AF65-F5344CB8AC3E}">
        <p14:creationId xmlns:p14="http://schemas.microsoft.com/office/powerpoint/2010/main" val="24118439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19D5E62-3CE0-4342-834D-0A9F35CF12AF}" type="datetimeFigureOut">
              <a:rPr lang="en-US" smtClean="0"/>
              <a:t>5/20/2026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A448C84-F271-485D-B02A-24812C46F4DD}" type="slidenum">
              <a:rPr lang="en-US" smtClean="0"/>
              <a:t>‹#›</a:t>
            </a:fld>
            <a:endParaRPr lang="en-US" dirty="0"/>
          </a:p>
        </p:txBody>
      </p:sp>
    </p:spTree>
    <p:extLst>
      <p:ext uri="{BB962C8B-B14F-4D97-AF65-F5344CB8AC3E}">
        <p14:creationId xmlns:p14="http://schemas.microsoft.com/office/powerpoint/2010/main" val="21513852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19D5E62-3CE0-4342-834D-0A9F35CF12AF}" type="datetimeFigureOut">
              <a:rPr lang="en-US" smtClean="0"/>
              <a:t>5/20/2026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A448C84-F271-485D-B02A-24812C46F4DD}" type="slidenum">
              <a:rPr lang="en-US" smtClean="0"/>
              <a:t>‹#›</a:t>
            </a:fld>
            <a:endParaRPr lang="en-US" dirty="0"/>
          </a:p>
        </p:txBody>
      </p:sp>
    </p:spTree>
    <p:extLst>
      <p:ext uri="{BB962C8B-B14F-4D97-AF65-F5344CB8AC3E}">
        <p14:creationId xmlns:p14="http://schemas.microsoft.com/office/powerpoint/2010/main" val="17636381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19D5E62-3CE0-4342-834D-0A9F35CF12AF}" type="datetimeFigureOut">
              <a:rPr lang="en-US" smtClean="0"/>
              <a:t>5/20/2026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A448C84-F271-485D-B02A-24812C46F4DD}" type="slidenum">
              <a:rPr lang="en-US" smtClean="0"/>
              <a:t>‹#›</a:t>
            </a:fld>
            <a:endParaRPr lang="en-US" dirty="0"/>
          </a:p>
        </p:txBody>
      </p:sp>
    </p:spTree>
    <p:extLst>
      <p:ext uri="{BB962C8B-B14F-4D97-AF65-F5344CB8AC3E}">
        <p14:creationId xmlns:p14="http://schemas.microsoft.com/office/powerpoint/2010/main" val="27534025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19D5E62-3CE0-4342-834D-0A9F35CF12AF}" type="datetimeFigureOut">
              <a:rPr lang="en-US" smtClean="0"/>
              <a:t>5/20/2026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9A448C84-F271-485D-B02A-24812C46F4DD}" type="slidenum">
              <a:rPr lang="en-US" smtClean="0"/>
              <a:t>‹#›</a:t>
            </a:fld>
            <a:endParaRPr lang="en-US" dirty="0"/>
          </a:p>
        </p:txBody>
      </p:sp>
    </p:spTree>
    <p:extLst>
      <p:ext uri="{BB962C8B-B14F-4D97-AF65-F5344CB8AC3E}">
        <p14:creationId xmlns:p14="http://schemas.microsoft.com/office/powerpoint/2010/main" val="35037928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19D5E62-3CE0-4342-834D-0A9F35CF12AF}" type="datetimeFigureOut">
              <a:rPr lang="en-US" smtClean="0"/>
              <a:t>5/20/2026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A448C84-F271-485D-B02A-24812C46F4DD}" type="slidenum">
              <a:rPr lang="en-US" smtClean="0"/>
              <a:t>‹#›</a:t>
            </a:fld>
            <a:endParaRPr lang="en-US" dirty="0"/>
          </a:p>
        </p:txBody>
      </p:sp>
    </p:spTree>
    <p:extLst>
      <p:ext uri="{BB962C8B-B14F-4D97-AF65-F5344CB8AC3E}">
        <p14:creationId xmlns:p14="http://schemas.microsoft.com/office/powerpoint/2010/main" val="6913016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19D5E62-3CE0-4342-834D-0A9F35CF12AF}" type="datetimeFigureOut">
              <a:rPr lang="en-US" smtClean="0"/>
              <a:t>5/20/2026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A448C84-F271-485D-B02A-24812C46F4DD}" type="slidenum">
              <a:rPr lang="en-US" smtClean="0"/>
              <a:t>‹#›</a:t>
            </a:fld>
            <a:endParaRPr lang="en-US" dirty="0"/>
          </a:p>
        </p:txBody>
      </p:sp>
    </p:spTree>
    <p:extLst>
      <p:ext uri="{BB962C8B-B14F-4D97-AF65-F5344CB8AC3E}">
        <p14:creationId xmlns:p14="http://schemas.microsoft.com/office/powerpoint/2010/main" val="15408128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19D5E62-3CE0-4342-834D-0A9F35CF12AF}" type="datetimeFigureOut">
              <a:rPr lang="en-US" smtClean="0"/>
              <a:t>5/20/2026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A448C84-F271-485D-B02A-24812C46F4DD}" type="slidenum">
              <a:rPr lang="en-US" smtClean="0"/>
              <a:t>‹#›</a:t>
            </a:fld>
            <a:endParaRPr lang="en-US" dirty="0"/>
          </a:p>
        </p:txBody>
      </p:sp>
    </p:spTree>
    <p:extLst>
      <p:ext uri="{BB962C8B-B14F-4D97-AF65-F5344CB8AC3E}">
        <p14:creationId xmlns:p14="http://schemas.microsoft.com/office/powerpoint/2010/main" val="16650528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19D5E62-3CE0-4342-834D-0A9F35CF12AF}" type="datetimeFigureOut">
              <a:rPr lang="en-US" smtClean="0"/>
              <a:t>5/20/2026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A448C84-F271-485D-B02A-24812C46F4DD}" type="slidenum">
              <a:rPr lang="en-US" smtClean="0"/>
              <a:t>‹#›</a:t>
            </a:fld>
            <a:endParaRPr lang="en-US" dirty="0"/>
          </a:p>
        </p:txBody>
      </p:sp>
    </p:spTree>
    <p:extLst>
      <p:ext uri="{BB962C8B-B14F-4D97-AF65-F5344CB8AC3E}">
        <p14:creationId xmlns:p14="http://schemas.microsoft.com/office/powerpoint/2010/main" val="16155130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19D5E62-3CE0-4342-834D-0A9F35CF12AF}" type="datetimeFigureOut">
              <a:rPr lang="en-US" smtClean="0"/>
              <a:t>5/20/2026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A448C84-F271-485D-B02A-24812C46F4DD}" type="slidenum">
              <a:rPr lang="en-US" smtClean="0"/>
              <a:t>‹#›</a:t>
            </a:fld>
            <a:endParaRPr lang="en-US" dirty="0"/>
          </a:p>
        </p:txBody>
      </p:sp>
    </p:spTree>
    <p:extLst>
      <p:ext uri="{BB962C8B-B14F-4D97-AF65-F5344CB8AC3E}">
        <p14:creationId xmlns:p14="http://schemas.microsoft.com/office/powerpoint/2010/main" val="25724890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9D5E62-3CE0-4342-834D-0A9F35CF12AF}" type="datetimeFigureOut">
              <a:rPr lang="en-US" smtClean="0"/>
              <a:t>5/20/2026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A448C84-F271-485D-B02A-24812C46F4DD}" type="slidenum">
              <a:rPr lang="en-US" smtClean="0"/>
              <a:t>‹#›</a:t>
            </a:fld>
            <a:endParaRPr lang="en-US" dirty="0"/>
          </a:p>
        </p:txBody>
      </p:sp>
    </p:spTree>
    <p:extLst>
      <p:ext uri="{BB962C8B-B14F-4D97-AF65-F5344CB8AC3E}">
        <p14:creationId xmlns:p14="http://schemas.microsoft.com/office/powerpoint/2010/main" val="8974003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Probability  revision questions</a:t>
            </a:r>
            <a:br>
              <a:rPr lang="en-US" dirty="0">
                <a:solidFill>
                  <a:srgbClr val="FF0000"/>
                </a:solidFill>
              </a:rPr>
            </a:br>
            <a:r>
              <a:rPr lang="en-US" dirty="0">
                <a:solidFill>
                  <a:srgbClr val="FF0000"/>
                </a:solidFill>
              </a:rPr>
              <a:t>Question 1:</a:t>
            </a:r>
          </a:p>
        </p:txBody>
      </p:sp>
      <p:pic>
        <p:nvPicPr>
          <p:cNvPr id="4" name="Content Placeholder 3"/>
          <p:cNvPicPr>
            <a:picLocks noGrp="1" noChangeAspect="1"/>
          </p:cNvPicPr>
          <p:nvPr>
            <p:ph idx="1"/>
          </p:nvPr>
        </p:nvPicPr>
        <p:blipFill>
          <a:blip r:embed="rId2"/>
          <a:stretch>
            <a:fillRect/>
          </a:stretch>
        </p:blipFill>
        <p:spPr>
          <a:xfrm>
            <a:off x="838200" y="1711470"/>
            <a:ext cx="10799618" cy="4398385"/>
          </a:xfrm>
          <a:prstGeom prst="rect">
            <a:avLst/>
          </a:prstGeom>
        </p:spPr>
      </p:pic>
    </p:spTree>
    <p:extLst>
      <p:ext uri="{BB962C8B-B14F-4D97-AF65-F5344CB8AC3E}">
        <p14:creationId xmlns:p14="http://schemas.microsoft.com/office/powerpoint/2010/main" val="25127036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5236" y="178090"/>
            <a:ext cx="10515600" cy="632402"/>
          </a:xfrm>
        </p:spPr>
        <p:txBody>
          <a:bodyPr>
            <a:normAutofit fontScale="90000"/>
          </a:bodyPr>
          <a:lstStyle/>
          <a:p>
            <a:r>
              <a:rPr lang="en-US" dirty="0">
                <a:solidFill>
                  <a:srgbClr val="FF0000"/>
                </a:solidFill>
              </a:rPr>
              <a:t> Question 2:</a:t>
            </a:r>
          </a:p>
        </p:txBody>
      </p:sp>
      <p:pic>
        <p:nvPicPr>
          <p:cNvPr id="4" name="Content Placeholder 3"/>
          <p:cNvPicPr>
            <a:picLocks noGrp="1" noChangeAspect="1"/>
          </p:cNvPicPr>
          <p:nvPr>
            <p:ph idx="1"/>
          </p:nvPr>
        </p:nvPicPr>
        <p:blipFill>
          <a:blip r:embed="rId2"/>
          <a:stretch>
            <a:fillRect/>
          </a:stretch>
        </p:blipFill>
        <p:spPr>
          <a:xfrm>
            <a:off x="374074" y="810492"/>
            <a:ext cx="11596254" cy="5548745"/>
          </a:xfrm>
          <a:prstGeom prst="rect">
            <a:avLst/>
          </a:prstGeom>
        </p:spPr>
      </p:pic>
    </p:spTree>
    <p:extLst>
      <p:ext uri="{BB962C8B-B14F-4D97-AF65-F5344CB8AC3E}">
        <p14:creationId xmlns:p14="http://schemas.microsoft.com/office/powerpoint/2010/main" val="14170569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39520" y="650240"/>
            <a:ext cx="10078720" cy="5852160"/>
          </a:xfrm>
        </p:spPr>
        <p:txBody>
          <a:bodyPr/>
          <a:lstStyle/>
          <a:p>
            <a:pPr lvl="0" algn="just"/>
            <a:r>
              <a:rPr lang="en-US" b="1" dirty="0"/>
              <a:t>Case: Did a blue cab hit the pedestrian? </a:t>
            </a:r>
            <a:r>
              <a:rPr lang="en-US" i="1" dirty="0">
                <a:solidFill>
                  <a:srgbClr val="0070C0"/>
                </a:solidFill>
              </a:rPr>
              <a:t>This case is based on S. Salop, “Evaluating Uncertain evidence” with sir Thomson Bayes. The Journal of Economic Perspectives, Summer, 1987.</a:t>
            </a:r>
            <a:endParaRPr lang="en-US" dirty="0">
              <a:solidFill>
                <a:srgbClr val="0070C0"/>
              </a:solidFill>
            </a:endParaRPr>
          </a:p>
          <a:p>
            <a:pPr algn="just"/>
            <a:r>
              <a:rPr lang="en-US" dirty="0"/>
              <a:t>On March 1</a:t>
            </a:r>
            <a:r>
              <a:rPr lang="en-US" baseline="30000" dirty="0"/>
              <a:t>st</a:t>
            </a:r>
            <a:r>
              <a:rPr lang="en-US" dirty="0"/>
              <a:t> 1994, a man was struck by a speeding taxi as he crossed the street. An eye witness has testified that she thought the taxi (which did not stop) was blue. The man sued the Blue Cab Company for his medical expenses. The city where the accident occurred has only two taxi companies, Blue cab and Green cab. Green cab has 85% of the taxis in the city. At the trial, the man’s lawyer shows that the eyewitness is 80% reliable in identifying correctly the color of taxis. That is she was able to identify correctly the color of the taxis 80 percent of the time, under conditions like those of the night of the accident. The lawyer concludes that it is extremely likely that the man was hit by a Blue cab. </a:t>
            </a:r>
          </a:p>
          <a:p>
            <a:pPr algn="just"/>
            <a:r>
              <a:rPr lang="en-US" b="1" dirty="0">
                <a:solidFill>
                  <a:srgbClr val="0070C0"/>
                </a:solidFill>
              </a:rPr>
              <a:t>Required: </a:t>
            </a:r>
            <a:r>
              <a:rPr lang="en-US" dirty="0"/>
              <a:t>Using Bayes’ analysis, is the lawyer’s conclusion correct?	</a:t>
            </a:r>
          </a:p>
          <a:p>
            <a:endParaRPr lang="en-US" dirty="0"/>
          </a:p>
        </p:txBody>
      </p:sp>
    </p:spTree>
    <p:extLst>
      <p:ext uri="{BB962C8B-B14F-4D97-AF65-F5344CB8AC3E}">
        <p14:creationId xmlns:p14="http://schemas.microsoft.com/office/powerpoint/2010/main" val="22622362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Exercise</a:t>
            </a:r>
          </a:p>
        </p:txBody>
      </p:sp>
      <p:pic>
        <p:nvPicPr>
          <p:cNvPr id="8" name="Content Placeholder 7"/>
          <p:cNvPicPr>
            <a:picLocks noGrp="1" noChangeAspect="1"/>
          </p:cNvPicPr>
          <p:nvPr>
            <p:ph idx="1"/>
          </p:nvPr>
        </p:nvPicPr>
        <p:blipFill>
          <a:blip r:embed="rId2"/>
          <a:stretch>
            <a:fillRect/>
          </a:stretch>
        </p:blipFill>
        <p:spPr>
          <a:xfrm>
            <a:off x="744582" y="1690688"/>
            <a:ext cx="10776857" cy="3482203"/>
          </a:xfrm>
          <a:prstGeom prst="rect">
            <a:avLst/>
          </a:prstGeom>
        </p:spPr>
      </p:pic>
    </p:spTree>
    <p:extLst>
      <p:ext uri="{BB962C8B-B14F-4D97-AF65-F5344CB8AC3E}">
        <p14:creationId xmlns:p14="http://schemas.microsoft.com/office/powerpoint/2010/main" val="3383335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 for exercise question</a:t>
            </a:r>
          </a:p>
        </p:txBody>
      </p:sp>
      <p:pic>
        <p:nvPicPr>
          <p:cNvPr id="4" name="Content Placeholder 3"/>
          <p:cNvPicPr>
            <a:picLocks noGrp="1" noChangeAspect="1"/>
          </p:cNvPicPr>
          <p:nvPr>
            <p:ph idx="1"/>
          </p:nvPr>
        </p:nvPicPr>
        <p:blipFill>
          <a:blip r:embed="rId2"/>
          <a:stretch>
            <a:fillRect/>
          </a:stretch>
        </p:blipFill>
        <p:spPr>
          <a:xfrm>
            <a:off x="1071154" y="1690688"/>
            <a:ext cx="10894423" cy="2332672"/>
          </a:xfrm>
          <a:prstGeom prst="rect">
            <a:avLst/>
          </a:prstGeom>
        </p:spPr>
      </p:pic>
    </p:spTree>
    <p:extLst>
      <p:ext uri="{BB962C8B-B14F-4D97-AF65-F5344CB8AC3E}">
        <p14:creationId xmlns:p14="http://schemas.microsoft.com/office/powerpoint/2010/main" val="22770832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208</TotalTime>
  <Words>215</Words>
  <Application>Microsoft Office PowerPoint</Application>
  <PresentationFormat>Custom</PresentationFormat>
  <Paragraphs>7</Paragraphs>
  <Slides>5</Slides>
  <Notes>0</Notes>
  <HiddenSlides>0</HiddenSlides>
  <MMClips>0</MMClip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Office Theme</vt:lpstr>
      <vt:lpstr>Probability  revision questions Question 1:</vt:lpstr>
      <vt:lpstr> Question 2:</vt:lpstr>
      <vt:lpstr>PowerPoint Presentation</vt:lpstr>
      <vt:lpstr>Exercise</vt:lpstr>
      <vt:lpstr>Solution for exercise question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Chris Ouma</dc:creator>
  <cp:lastModifiedBy>Dr.Christopher</cp:lastModifiedBy>
  <cp:revision>3</cp:revision>
  <dcterms:created xsi:type="dcterms:W3CDTF">2018-06-10T09:13:55Z</dcterms:created>
  <dcterms:modified xsi:type="dcterms:W3CDTF">2026-05-20T04:38:57Z</dcterms:modified>
</cp:coreProperties>
</file>